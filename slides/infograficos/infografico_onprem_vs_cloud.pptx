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Infografico generado para las slides 18-19 (solo texto, sin visual) de 03_casos_de_uso_arquitectura.pptx. Resume la misma tabla ya escrita en la slide 19 original, en formato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vs. Cloud Computing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Big Data, la elasticidad de la nube es lo que hace posible responder a picos de Volumen y Velocidad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17520" y="137160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137160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931920" y="13716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002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13716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02920" y="2468880"/>
            <a:ext cx="11338560" cy="73152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517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inicial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3200400" y="24688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— hardware, espacio, licencias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680960" y="24688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paga por consumo, sin inversión inicial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32004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Elasticidad y escalabilidad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200400" y="32004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Limitada al hardware ya adquirido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7680960" y="32004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Prácticamente ilimitada — se escala en minutos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02920" y="3931920"/>
            <a:ext cx="11338560" cy="73152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39319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y propiedad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3200400" y="39319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— control físico y lógico completo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680960" y="39319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Compartido — el proveedor gestiona el hardware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84632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43000" y="46634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3200400" y="46634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overhead — tu equipo responde a fallas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7680960" y="46634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proveedor gestiona infraestructura y plataforma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02920" y="5394960"/>
            <a:ext cx="11338560" cy="73152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57784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43000" y="5394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3200400" y="53949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Sujeta al ciclo de vida del hardware propio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7680960" y="53949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inmediato a tecnología nueva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2026-09-17T16:57:01Z</dcterms:created>
  <dcterms:modified xsi:type="dcterms:W3CDTF">2026-09-17T16:57:01Z</dcterms:modified>
</cp:coreProperties>
</file>