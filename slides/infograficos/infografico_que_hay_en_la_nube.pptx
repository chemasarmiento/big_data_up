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Infografico generado para la slide 22 (tabla sin imagen) de 03_casos_de_uso_arquitectura.pptx. Actualiza 'Google Data Proc' -&gt; 'Managed Service for Apache Spark' (nombre 2026, mismo cambio ya aplicado en el resto del repo del curso) y agrega el nombre real de orquestacion por proveedor (Amazon MWAA, Azure Data Factory) en vez de solo 'Airflow' generico.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qué hay en la nube?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Categorización no extensiva, pero relevante para Big Data — nombres de servicio vigentes en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8076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1979676" y="1737360"/>
            <a:ext cx="822960" cy="822960"/>
          </a:xfrm>
          <a:prstGeom prst="ellipse">
            <a:avLst/>
          </a:prstGeom>
          <a:solidFill>
            <a:srgbClr val="E0E7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9202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8076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36676" y="333756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F99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36676" y="33375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36676" y="36667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6676" y="416052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0078D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6676" y="4160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36676" y="44897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 Lake Storage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6676" y="498348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4285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6676" y="4983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36676" y="53126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Storage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311396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5682996" y="1737360"/>
            <a:ext cx="822960" cy="822960"/>
          </a:xfrm>
          <a:prstGeom prst="ellipse">
            <a:avLst/>
          </a:prstGeom>
          <a:solidFill>
            <a:srgbClr val="E0E7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1920240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311396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4539996" y="333756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F9900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539996" y="33375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4539996" y="36667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EMR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539996" y="416052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0078D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539996" y="4160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4539996" y="44897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HDInsight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4539996" y="498348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4285F4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539996" y="4983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4539996" y="53126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Service for Apache Spark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8014716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/>
        </p:spPr>
      </p:sp>
      <p:sp>
        <p:nvSpPr>
          <p:cNvPr id="31" name="Shape 27"/>
          <p:cNvSpPr/>
          <p:nvPr/>
        </p:nvSpPr>
        <p:spPr>
          <a:xfrm>
            <a:off x="9386316" y="1737360"/>
            <a:ext cx="822960" cy="822960"/>
          </a:xfrm>
          <a:prstGeom prst="ellipse">
            <a:avLst/>
          </a:prstGeom>
          <a:solidFill>
            <a:srgbClr val="E0E7FF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196" y="1920240"/>
            <a:ext cx="457200" cy="45720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014716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Orquestación</a:t>
            </a:r>
            <a:endParaRPr lang="en-US" sz="1900" dirty="0"/>
          </a:p>
        </p:txBody>
      </p:sp>
      <p:sp>
        <p:nvSpPr>
          <p:cNvPr id="34" name="Shape 29"/>
          <p:cNvSpPr/>
          <p:nvPr/>
        </p:nvSpPr>
        <p:spPr>
          <a:xfrm>
            <a:off x="8243316" y="333756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F9900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243316" y="33375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950" dirty="0"/>
          </a:p>
        </p:txBody>
      </p:sp>
      <p:sp>
        <p:nvSpPr>
          <p:cNvPr id="36" name="Text 31"/>
          <p:cNvSpPr txBox="1"/>
          <p:nvPr/>
        </p:nvSpPr>
        <p:spPr>
          <a:xfrm>
            <a:off x="8243316" y="36667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MWAA (Airflow)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8243316" y="416052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0078D4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8243316" y="4160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950" dirty="0"/>
          </a:p>
        </p:txBody>
      </p:sp>
      <p:sp>
        <p:nvSpPr>
          <p:cNvPr id="39" name="Text 34"/>
          <p:cNvSpPr txBox="1"/>
          <p:nvPr/>
        </p:nvSpPr>
        <p:spPr>
          <a:xfrm>
            <a:off x="8243316" y="44897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 Factory</a:t>
            </a:r>
            <a:endParaRPr lang="en-US" sz="1250" dirty="0"/>
          </a:p>
        </p:txBody>
      </p:sp>
      <p:sp>
        <p:nvSpPr>
          <p:cNvPr id="40" name="Shape 35"/>
          <p:cNvSpPr/>
          <p:nvPr/>
        </p:nvSpPr>
        <p:spPr>
          <a:xfrm>
            <a:off x="8243316" y="498348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4285F4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8243316" y="4983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950" dirty="0"/>
          </a:p>
        </p:txBody>
      </p:sp>
      <p:sp>
        <p:nvSpPr>
          <p:cNvPr id="42" name="Text 37"/>
          <p:cNvSpPr txBox="1"/>
          <p:nvPr/>
        </p:nvSpPr>
        <p:spPr>
          <a:xfrm>
            <a:off x="8243316" y="53126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Composer</a:t>
            </a:r>
            <a:endParaRPr lang="en-US" sz="1250" dirty="0"/>
          </a:p>
        </p:txBody>
      </p:sp>
      <p:sp>
        <p:nvSpPr>
          <p:cNvPr id="43" name="Text 38"/>
          <p:cNvSpPr txBox="1"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Terraform — infraestructura como código, multicloud, para desplegar cualquiera de estos servicios de forma reproducible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2026-09-17T16:57:57Z</dcterms:created>
  <dcterms:modified xsi:type="dcterms:W3CDTF">2026-09-17T16:57:57Z</dcterms:modified>
</cp:coreProperties>
</file>