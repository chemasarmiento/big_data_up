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Reemplaza la slide 37 (captura de trading con fecha congelada dic 2021-ene 2022) de 02_fuentes_y_manejo.pptx, y sirve de portada conceptual para las slides 33-37 (Ejemplos: Netflix, Spotify, Maps, FICO, Trading) en lugar de que cada una dependa de un screenshot que se ve viejo con el tiempo. Referencia: Dehghani, Z. (2022). Data Mesh: Delivering Data-Driven Value at Scale. O'Reilly Media — la referencia vigente de la industria para 'producto de datos' como concepto formal, con desarrollo activo en 2025 (Nextdata 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Anatomía de un producto de datos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patrón se repite sin importar la industria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3796" y="155448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1568196" y="1737360"/>
            <a:ext cx="548640" cy="548640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496" y="18516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5236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crudos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90956" y="27614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Transacciones, clics, sensores, texto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676" y="219456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88436" y="155448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/>
        </p:spPr>
      </p:sp>
      <p:sp>
        <p:nvSpPr>
          <p:cNvPr id="11" name="Shape 7"/>
          <p:cNvSpPr/>
          <p:nvPr/>
        </p:nvSpPr>
        <p:spPr>
          <a:xfrm>
            <a:off x="4402836" y="1737360"/>
            <a:ext cx="548640" cy="548640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18516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79876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450" dirty="0"/>
          </a:p>
        </p:txBody>
      </p:sp>
      <p:sp>
        <p:nvSpPr>
          <p:cNvPr id="14" name="Text 9"/>
          <p:cNvSpPr txBox="1"/>
          <p:nvPr/>
        </p:nvSpPr>
        <p:spPr>
          <a:xfrm>
            <a:off x="3625596" y="27614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 patrones sobre datos históricos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316" y="219456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23076" y="155448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/>
        </p:spPr>
      </p:sp>
      <p:sp>
        <p:nvSpPr>
          <p:cNvPr id="17" name="Shape 11"/>
          <p:cNvSpPr/>
          <p:nvPr/>
        </p:nvSpPr>
        <p:spPr>
          <a:xfrm>
            <a:off x="7237476" y="17373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76" y="185166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414516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de datos</a:t>
            </a:r>
            <a:endParaRPr lang="en-US" sz="1450" dirty="0"/>
          </a:p>
        </p:txBody>
      </p:sp>
      <p:sp>
        <p:nvSpPr>
          <p:cNvPr id="20" name="Text 13"/>
          <p:cNvSpPr txBox="1"/>
          <p:nvPr/>
        </p:nvSpPr>
        <p:spPr>
          <a:xfrm>
            <a:off x="6460236" y="27614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Predicción, score o recomendación</a:t>
            </a:r>
            <a:endParaRPr lang="en-US" sz="10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1956" y="2194560"/>
            <a:ext cx="274320" cy="2743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157716" y="155448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/>
        </p:spPr>
      </p:sp>
      <p:sp>
        <p:nvSpPr>
          <p:cNvPr id="23" name="Shape 15"/>
          <p:cNvSpPr/>
          <p:nvPr/>
        </p:nvSpPr>
        <p:spPr>
          <a:xfrm>
            <a:off x="10072116" y="1737360"/>
            <a:ext cx="548640" cy="548640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6416" y="1851660"/>
            <a:ext cx="320040" cy="32004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249156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</a:t>
            </a:r>
            <a:endParaRPr lang="en-US" sz="1450" dirty="0"/>
          </a:p>
        </p:txBody>
      </p:sp>
      <p:sp>
        <p:nvSpPr>
          <p:cNvPr id="26" name="Text 17"/>
          <p:cNvSpPr txBox="1"/>
          <p:nvPr/>
        </p:nvSpPr>
        <p:spPr>
          <a:xfrm>
            <a:off x="9294876" y="27614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actúa con esa información</a:t>
            </a:r>
            <a:endParaRPr lang="en-US" sz="1050" dirty="0"/>
          </a:p>
        </p:txBody>
      </p:sp>
      <p:sp>
        <p:nvSpPr>
          <p:cNvPr id="27" name="Text 18"/>
          <p:cNvSpPr txBox="1"/>
          <p:nvPr/>
        </p:nvSpPr>
        <p:spPr>
          <a:xfrm>
            <a:off x="457200" y="34290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patrón, cinco industrias</a:t>
            </a:r>
            <a:endParaRPr lang="en-US" sz="1600" dirty="0"/>
          </a:p>
        </p:txBody>
      </p:sp>
      <p:sp>
        <p:nvSpPr>
          <p:cNvPr id="28" name="Shape 19"/>
          <p:cNvSpPr/>
          <p:nvPr/>
        </p:nvSpPr>
        <p:spPr>
          <a:xfrm>
            <a:off x="470916" y="388620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/>
        </p:spPr>
      </p:sp>
      <p:sp>
        <p:nvSpPr>
          <p:cNvPr id="29" name="Shape 20"/>
          <p:cNvSpPr/>
          <p:nvPr/>
        </p:nvSpPr>
        <p:spPr>
          <a:xfrm>
            <a:off x="1225296" y="41148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8740" y="4238244"/>
            <a:ext cx="347472" cy="34747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562356" y="4846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</a:t>
            </a:r>
            <a:endParaRPr lang="en-US" sz="1300" dirty="0"/>
          </a:p>
        </p:txBody>
      </p:sp>
      <p:sp>
        <p:nvSpPr>
          <p:cNvPr id="32" name="Text 22"/>
          <p:cNvSpPr txBox="1"/>
          <p:nvPr/>
        </p:nvSpPr>
        <p:spPr>
          <a:xfrm>
            <a:off x="608076" y="52212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Recomienda qué ver</a:t>
            </a:r>
            <a:endParaRPr lang="en-US" sz="1050" dirty="0"/>
          </a:p>
        </p:txBody>
      </p:sp>
      <p:sp>
        <p:nvSpPr>
          <p:cNvPr id="33" name="Shape 23"/>
          <p:cNvSpPr/>
          <p:nvPr/>
        </p:nvSpPr>
        <p:spPr>
          <a:xfrm>
            <a:off x="2756916" y="388620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/>
        </p:spPr>
      </p:sp>
      <p:sp>
        <p:nvSpPr>
          <p:cNvPr id="34" name="Shape 24"/>
          <p:cNvSpPr/>
          <p:nvPr/>
        </p:nvSpPr>
        <p:spPr>
          <a:xfrm>
            <a:off x="3511296" y="41148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4740" y="4238244"/>
            <a:ext cx="347472" cy="347472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2848356" y="4846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</a:t>
            </a:r>
            <a:endParaRPr lang="en-US" sz="1300" dirty="0"/>
          </a:p>
        </p:txBody>
      </p:sp>
      <p:sp>
        <p:nvSpPr>
          <p:cNvPr id="37" name="Text 26"/>
          <p:cNvSpPr txBox="1"/>
          <p:nvPr/>
        </p:nvSpPr>
        <p:spPr>
          <a:xfrm>
            <a:off x="2894076" y="52212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 tu playlist semanal</a:t>
            </a:r>
            <a:endParaRPr lang="en-US" sz="1050" dirty="0"/>
          </a:p>
        </p:txBody>
      </p:sp>
      <p:sp>
        <p:nvSpPr>
          <p:cNvPr id="38" name="Shape 27"/>
          <p:cNvSpPr/>
          <p:nvPr/>
        </p:nvSpPr>
        <p:spPr>
          <a:xfrm>
            <a:off x="5042916" y="388620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/>
        </p:spPr>
      </p:sp>
      <p:sp>
        <p:nvSpPr>
          <p:cNvPr id="39" name="Shape 28"/>
          <p:cNvSpPr/>
          <p:nvPr/>
        </p:nvSpPr>
        <p:spPr>
          <a:xfrm>
            <a:off x="5797296" y="41148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0740" y="4238244"/>
            <a:ext cx="347472" cy="347472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5134356" y="4846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</a:t>
            </a:r>
            <a:endParaRPr lang="en-US" sz="1300" dirty="0"/>
          </a:p>
        </p:txBody>
      </p:sp>
      <p:sp>
        <p:nvSpPr>
          <p:cNvPr id="42" name="Text 30"/>
          <p:cNvSpPr txBox="1"/>
          <p:nvPr/>
        </p:nvSpPr>
        <p:spPr>
          <a:xfrm>
            <a:off x="5180076" y="52212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Elige la ruta más rápida</a:t>
            </a:r>
            <a:endParaRPr lang="en-US" sz="1050" dirty="0"/>
          </a:p>
        </p:txBody>
      </p:sp>
      <p:sp>
        <p:nvSpPr>
          <p:cNvPr id="43" name="Shape 31"/>
          <p:cNvSpPr/>
          <p:nvPr/>
        </p:nvSpPr>
        <p:spPr>
          <a:xfrm>
            <a:off x="7328916" y="388620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/>
        </p:spPr>
      </p:sp>
      <p:sp>
        <p:nvSpPr>
          <p:cNvPr id="44" name="Shape 32"/>
          <p:cNvSpPr/>
          <p:nvPr/>
        </p:nvSpPr>
        <p:spPr>
          <a:xfrm>
            <a:off x="8083296" y="41148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06740" y="4238244"/>
            <a:ext cx="347472" cy="347472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7420356" y="4846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FICO Score</a:t>
            </a:r>
            <a:endParaRPr lang="en-US" sz="1300" dirty="0"/>
          </a:p>
        </p:txBody>
      </p:sp>
      <p:sp>
        <p:nvSpPr>
          <p:cNvPr id="47" name="Text 34"/>
          <p:cNvSpPr txBox="1"/>
          <p:nvPr/>
        </p:nvSpPr>
        <p:spPr>
          <a:xfrm>
            <a:off x="7466076" y="52212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Califica tu riesgo crediticio</a:t>
            </a:r>
            <a:endParaRPr lang="en-US" sz="1050" dirty="0"/>
          </a:p>
        </p:txBody>
      </p:sp>
      <p:sp>
        <p:nvSpPr>
          <p:cNvPr id="48" name="Shape 35"/>
          <p:cNvSpPr/>
          <p:nvPr/>
        </p:nvSpPr>
        <p:spPr>
          <a:xfrm>
            <a:off x="9614916" y="388620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/>
        </p:spPr>
      </p:sp>
      <p:sp>
        <p:nvSpPr>
          <p:cNvPr id="49" name="Shape 36"/>
          <p:cNvSpPr/>
          <p:nvPr/>
        </p:nvSpPr>
        <p:spPr>
          <a:xfrm>
            <a:off x="10369296" y="41148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92740" y="4238244"/>
            <a:ext cx="347472" cy="347472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9706356" y="4846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algorítmico</a:t>
            </a:r>
            <a:endParaRPr lang="en-US" sz="1300" dirty="0"/>
          </a:p>
        </p:txBody>
      </p:sp>
      <p:sp>
        <p:nvSpPr>
          <p:cNvPr id="52" name="Text 38"/>
          <p:cNvSpPr txBox="1"/>
          <p:nvPr/>
        </p:nvSpPr>
        <p:spPr>
          <a:xfrm>
            <a:off x="9752076" y="52212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señales de compra/venta</a:t>
            </a:r>
            <a:endParaRPr lang="en-US" sz="1050" dirty="0"/>
          </a:p>
        </p:txBody>
      </p:sp>
      <p:sp>
        <p:nvSpPr>
          <p:cNvPr id="53" name="Text 39"/>
          <p:cNvSpPr txBox="1"/>
          <p:nvPr/>
        </p:nvSpPr>
        <p:spPr>
          <a:xfrm>
            <a:off x="457200" y="58064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término "producto de datos" se formalizó con Data Mesh (Zhamak Dehghani, O’Reilly, 2022) — tratar el dato con la misma disciplina de producto que el software.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2026-09-17T16:59:15Z</dcterms:created>
  <dcterms:modified xsi:type="dcterms:W3CDTF">2026-09-17T16:59:15Z</dcterms:modified>
</cp:coreProperties>
</file>