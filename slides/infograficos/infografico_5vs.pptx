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Infografico generado para reemplazar la slide 8 (vacia) de 01_introduccion.pptx. Definicion base de Gartner (Volumen, Velocidad, Variedad) ampliada con Veracidad y Valor, que son las 5 V's que el resto de la sesion (slides 9-14) ya desarrolla una por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 V's de Big Data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"Grandes conjuntos de datos con tres características principales — hoy, cinco." — adaptado de Gartner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" y="214884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4003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091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70916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 masiva de datos — hoy, en petabytes. Reto de almacenamiento y acceso.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82696" y="214884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4003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5691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756916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rápido se genera y hay que procesarla: tiempo real, casi real o por lotes.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568696" y="214884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4003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291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042916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Estructurados, semi-estructurados y no estructurados: texto, imagen, video, audio.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54696" y="214884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24003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2891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Veracidad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328916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y confiabilidad del dato. ¿Podemos decidir con base en esto?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0140696" y="214884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156" y="240030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1491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9614916" y="39319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convertir datos en decisiones accionables — el retorno real de la inversión.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definición base — Gartner IT Glossary, ampliada con V's de uso común en la industria (2026)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2026-09-17T16:55:42Z</dcterms:created>
  <dcterms:modified xsi:type="dcterms:W3CDTF">2026-09-17T16:55:42Z</dcterms:modified>
</cp:coreProperties>
</file>