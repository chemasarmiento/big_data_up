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c2f579c4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c2f579c4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c2f579c4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c2f579c4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c2f579c4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c2f579c4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2f579c4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c2f579c4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2f579c4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c2f579c4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c2f579c4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c2f579c4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49ca72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49ca72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2f579c4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c2f579c4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c2f579c4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c2f579c4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49ca72a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49ca72a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c2f579c4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c2f579c4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2f579c4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c2f579c4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49ca72a0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49ca72a0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49ca72a0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49ca72a0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49ca72a0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49ca72a0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Grandes Volúmenes de Datos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Bienvenida.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¿A qué te dedicas?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Del 1 al 10, ¿Python y SQL?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¿Has usado Linux? (aunque sea básico)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esperas terminar el curso?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Roadmap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00" y="1126675"/>
            <a:ext cx="6321600" cy="34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Introducción al cómputo en paralelo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Definición de arquitectura en paralelo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Problemas del cómputo en paralelo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Aplicación del cómputo en paralelo para procesamiento de grandes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Extracción, Transformación y Carga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Paradigma ETL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Problemas, ETL comerciales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Ecosistema 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MapReduce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Spark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Grandes Bases de Datos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HIVE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Bases de Datos distribuidas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Aytas, Y. (2021). Designing Big Data Platforms: How to Use, Deploy, and Maintain Big Data Systems. John Wiley &amp; Sons.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White, T. (2012). Hadoop: The definitive guide. " O'Reilly Media, Inc.".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Kleppmann, M. (2017). Designing data-intensive applications: The big ideas behind reliable, scalable, and maintainable systems. " O'Reilly Media, Inc."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75" y="436992"/>
            <a:ext cx="930325" cy="140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25" y="2057625"/>
            <a:ext cx="1095202" cy="1436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26" y="3620526"/>
            <a:ext cx="1095200" cy="1434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Evaluación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Tareas, Participación, Lecturas: 20%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Examen Parcial: 20%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Proyecto Final: 60%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Big Data?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definición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61246" y="1595775"/>
            <a:ext cx="84705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/>
              <a:t>“Big Data son los grandes conjuntos de datos que tiene tres características principales: volumen (cantidad), velocidad (velocidad de creación y utilización) y variedad (tipos de fuentes de datos no estructurados, tales como la interacción social, video, audio, cualquier cosa que se pueda clasificar en una base de datos”</a:t>
            </a:r>
            <a:endParaRPr/>
          </a:p>
          <a:p>
            <a:pPr indent="457200" lvl="0" marL="64008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/>
              <a:t>-Gartner-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V's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Volúmen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Magnitud Masiva de Datos (hoy día, PBs)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Crecimiento exponencial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Desafío de almacenamiento (S3/Storage…, HDFS)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Desafío de Acceso y Latencia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Como referencia, 1 PetaByte son 1,000,000,000,000,000 bytes… o 1024 Terabytes.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Velocidad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Flujo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Desafío en latencia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Near Real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Periodic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Batch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Velocidad de procesamiento y persistencia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¿Cuántos datos hay en el mundo?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Se proyecta que al final de 2025 existan aproximadamente 181 ZettaBytes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6749100" y="4877375"/>
            <a:ext cx="239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https://www.domo.com/learn/infographic/data-never-sleeps-12</a:t>
            </a:r>
            <a:endParaRPr sz="600"/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23680" l="0" r="0" t="19966"/>
          <a:stretch/>
        </p:blipFill>
        <p:spPr>
          <a:xfrm>
            <a:off x="3573800" y="96725"/>
            <a:ext cx="5145649" cy="478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Variedad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Diversidad de fuentes y formatos: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Estructurados (tablas, columnas bien estructuradas, xls, sql)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Semi-Estructurados (JSON, XML)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 Estructurados (Todo lo demás, texto, imágenes, video y audio)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Desafío de integración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Esquemas: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Schema-on-write: Se define un esquema ANTES de </a:t>
            </a:r>
            <a:r>
              <a:rPr lang="es"/>
              <a:t>escribir</a:t>
            </a:r>
            <a:r>
              <a:rPr lang="es"/>
              <a:t> datos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Schema-on-read: Se ingieren en su formato original y el esquema se aplica en tiempo de consulta.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Veracidad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Calidad de datos, ¿Podemos confiar en los datos para tomar decisiones?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Fuentes de incertidumbre: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Inconsistencia de formato (medidas, monedas…)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Sesgo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Ruido y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Data Governance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Linaje de Datos (de dónde viene, cómo se transforma?)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Trazabilidad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Capacidad de transformar datos en insights accionables.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Rentabilidad y resultados: La inversión se refleja en RoI?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Time-To-Insight: Rapidez en que los datos brutos se convierten en información procesable.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MLOps y Automatización.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general…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25" y="969525"/>
            <a:ext cx="6476999" cy="39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5976250" y="4835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/>
              <a:t>https://www.mdpi.com/2076-3417/14/22/10176</a:t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buen ejemplo…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600" y="1153900"/>
            <a:ext cx="5216049" cy="36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